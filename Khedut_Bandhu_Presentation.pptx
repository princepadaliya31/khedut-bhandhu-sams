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73152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Department of Information Technology  |  Faculty of Technology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640080"/>
            <a:ext cx="1737360" cy="1737360"/>
          </a:xfrm>
          <a:prstGeom prst="ellipse">
            <a:avLst/>
          </a:prstGeom>
          <a:solidFill>
            <a:srgbClr val="D4AF3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1005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1A"/>
                </a:solidFill>
              </a:rPr>
              <a:t>DDU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6888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Dharmsinh Desai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944368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Nadiad – 387001, Gujarat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5204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F37"/>
                </a:solidFill>
              </a:rPr>
              <a:t>🌾  KHEDUT BANDHU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Smart Agriculture Management System  (SAMS)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6177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B.Tech – Information Technology  |  Semester VI  |  Academic Year 2025–2026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07492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Prepared By: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86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Padaliya Princekumar R.  (IT - 085)
Patel Ansh K.  (IT - 091)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Guided By: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486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Prof. Sunil K. Vithlani
Dept. of Information Technology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April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AF37"/>
                </a:solidFill>
              </a:rPr>
              <a:t>Khedut Bandhu – SAMS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Dharmsinh Desai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Slide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D4AF37"/>
                </a:solidFill>
              </a:rPr>
              <a:t>What is it? </a:t>
            </a:r>
            <a:r>
              <a:rPr sz="1300">
                <a:solidFill>
                  <a:srgbClr val="FFFFFF"/>
                </a:solidFill>
              </a:rPr>
              <a:t>A full-stack Smart Agriculture Management System for Indian farmers, buyers &amp; govt departments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D4AF37"/>
                </a:solidFill>
              </a:rPr>
              <a:t>Platform Type: </a:t>
            </a:r>
            <a:r>
              <a:rPr sz="1300">
                <a:solidFill>
                  <a:srgbClr val="FFFFFF"/>
                </a:solidFill>
              </a:rPr>
              <a:t>Web Application — MERN Stack + Python AI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D4AF37"/>
                </a:solidFill>
              </a:rPr>
              <a:t>Target Users: </a:t>
            </a:r>
            <a:r>
              <a:rPr sz="1300">
                <a:solidFill>
                  <a:srgbClr val="FFFFFF"/>
                </a:solidFill>
              </a:rPr>
              <a:t>Farmers  |  Buyers  |  Admin  |  Department Officials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D4AF37"/>
                </a:solidFill>
              </a:rPr>
              <a:t>Project Type: </a:t>
            </a:r>
            <a:r>
              <a:rPr sz="1300">
                <a:solidFill>
                  <a:srgbClr val="FFFFFF"/>
                </a:solidFill>
              </a:rPr>
              <a:t>B.Tech IT Semester VI — Academic Year 2025-26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D4AF37"/>
                </a:solidFill>
              </a:rPr>
              <a:t>University: </a:t>
            </a:r>
            <a:r>
              <a:rPr sz="1300">
                <a:solidFill>
                  <a:srgbClr val="FFFFFF"/>
                </a:solidFill>
              </a:rPr>
              <a:t>Dharmsinh Desai University, Nadiad — Dept. of Information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77639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D4AF37"/>
                </a:solidFill>
              </a:rPr>
              <a:t>Guide: </a:t>
            </a:r>
            <a:r>
              <a:rPr sz="1300">
                <a:solidFill>
                  <a:srgbClr val="FFFFFF"/>
                </a:solidFill>
              </a:rPr>
              <a:t>Prof. Sunil K. Vithlani, Dept. of IT, DDU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79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D4AF37"/>
                </a:solidFill>
              </a:rPr>
              <a:t>Students: </a:t>
            </a:r>
            <a:r>
              <a:rPr sz="1300">
                <a:solidFill>
                  <a:srgbClr val="FFFFFF"/>
                </a:solidFill>
              </a:rPr>
              <a:t>Padaliya Princekumar R. (IT-085)  &amp;  Patel Ansh K. (IT-091)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74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D4AF37"/>
                </a:solidFill>
              </a:rPr>
              <a:t>GitHub: </a:t>
            </a:r>
            <a:r>
              <a:rPr sz="1300">
                <a:solidFill>
                  <a:srgbClr val="FFFFFF"/>
                </a:solidFill>
              </a:rPr>
              <a:t>github.com/apk3206/Khedut-Bandhu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AF37"/>
                </a:solidFill>
              </a:rPr>
              <a:t>Khedut Bandhu – SAMS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Dharmsinh Desai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Slide 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2651760" cy="22402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441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Role-Based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Farmer / Buyer / Admin / Dept Admin
OTP Email + Google OAuth + JWT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234440"/>
            <a:ext cx="2651760" cy="22402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325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13441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AI Crop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82880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EfficientNetB3 CNN via FastAPI
CLAHE preprocessing, 38 disease classes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234440"/>
            <a:ext cx="2651760" cy="22402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25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3441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E-Commerce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Seeds, Pesticides, Tools
Cart, Checkout, UPI/Card/COD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1234440"/>
            <a:ext cx="2651760" cy="22402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1325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19" y="13441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Market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82880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Live APMC crop prices
6-month historical trend charts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57600"/>
            <a:ext cx="2651760" cy="22402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490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673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Complaint Mgmt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519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Auto dept-routing by keywords
Email updates to farmer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3657600"/>
            <a:ext cx="2651760" cy="22402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37490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37673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Aadhaar KYC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2519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Digio API integration
Land registration with OTP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657600"/>
            <a:ext cx="2651760" cy="22402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7490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7673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Blockchain 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519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Tamper-evident admin trail
Custom BlockchainService.js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4040" y="3657600"/>
            <a:ext cx="2651760" cy="22402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55480" y="37490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19" y="37673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Multilingual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42519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Gujarati, Hindi &amp; English
i18next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AF37"/>
                </a:solidFill>
              </a:rPr>
              <a:t>Khedut Bandhu – SAMS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Dharmsinh Desai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Slide 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3657600" cy="502920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</a:rPr>
              <a:t>🖥️ 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347472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React.js (Create React App)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React Router v6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Vanilla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i18next (Multilingual)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17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Recharts (Analytics)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035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Web Speech API (Voice Nav)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188720"/>
            <a:ext cx="3657600" cy="502920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280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</a:rPr>
              <a:t>⚙️ Backend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1737360"/>
            <a:ext cx="347472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874519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Node.js + Express.js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5603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MongoDB + Mongoose ODM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2461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JWT Authentication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9319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Passport.js (Google OAuth)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617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Nodemailer (Gmail OTP)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3035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Helmet + Rate Limiting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1280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</a:rPr>
              <a:t>🤖 AI Service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737360"/>
            <a:ext cx="347472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874519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Python FastAPI (Port 8005)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5603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TensorFlow / Keras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2461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EfficientNetB3 CNN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9319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OpenCV — CLAHE Enhancement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617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Pillow (Fallback Processing)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3035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38 Crop Disease Classes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F37"/>
                </a:solidFill>
              </a:rPr>
              <a:t>Ports:  React  :3000   |   Express  :5000   |   FastAPI  :8005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AF37"/>
                </a:solidFill>
              </a:rPr>
              <a:t>Khedut Bandhu – SAMS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Dharmsinh Desai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Slide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029200" cy="100584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9844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🖥️  React Frontend  (Port 3000)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Login | Dashboards | AI UI | Cart | Market | KYC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▼  HTTP / JWT Bearer Token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5029200" cy="20116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⚙️  Express.js Backend  (Port 5000)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735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Auth Routes — Signup / Login / OTP / Google OAuth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393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API Routes  — Land / Orders / Products /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050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Admin Routes — User Mgmt / Audit 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708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AI Proxy    — Forward images → 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► image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2743200"/>
            <a:ext cx="4572000" cy="20116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80720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🤖  FastAPI AI  (Port 8005)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2735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EfficientNetB3 CNN Model (.h5)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6393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CLAHE Image Preprocessing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0050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38 Disease Class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3708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Returns: disease + treatment + confidence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▼  Mongoose ODM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57800"/>
            <a:ext cx="11155680" cy="1005840"/>
          </a:xfrm>
          <a:prstGeom prst="rect">
            <a:avLst/>
          </a:prstGeom>
          <a:solidFill>
            <a:srgbClr val="0A3218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218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🍃  MongoDB Atlas — Collections: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users  |  otps  |  products  |  orders  |  complaints  |  lands  |  diseasecases  |  auditlogs  |  marketrates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AF37"/>
                </a:solidFill>
              </a:rPr>
              <a:t>Khedut Bandhu – SAMS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Dharmsinh Desai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Authentication &amp;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Slide 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7772400" cy="6400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98448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1.  User enters Username + Password  →  Login.js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84248"/>
            <a:ext cx="7772400" cy="6400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48255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2.  POST /api/auth/login  →  server.js validates via bcrypt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34056"/>
            <a:ext cx="7772400" cy="6400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98063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3.  generateOTP()  →  Otp.create()  →  Email sent via Nodemailer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83864"/>
            <a:ext cx="7772400" cy="6400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47872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4.  User submits OTP  →  POST /api/auth/verify-otp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33672"/>
            <a:ext cx="7772400" cy="6400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79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5.  jwt.sign({ id, role }, secret, 7d)  →  JWT Token returned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83479"/>
            <a:ext cx="7772400" cy="6400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47488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6.  Token stored in localStorage  →  User navigated to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1234440"/>
            <a:ext cx="3383280" cy="502920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29844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🔒 Security Layers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7830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bcrypt (salt=10) password hash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331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JWT Token — 7 day expiry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8803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OTP — 5 min expiry, deleted after 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4290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Helmet.js — HTTP security headers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97763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Rate Limit — 100 req / 15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5262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express-validator input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074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Google OAuth (Passport.js)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6235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Digio Aadhaar eKYC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AF37"/>
                </a:solidFill>
              </a:rPr>
              <a:t>Khedut Bandhu – SAMS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Dharmsinh Desai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 Crop Disease Detection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Slide 7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6858000" cy="658368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984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258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Farmer uploads crop image via CropDiagnostics.js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93392"/>
            <a:ext cx="6858000" cy="658368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574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084831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CLAHE preprocessing — adaptive contrast enhancement (OpenCV)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52344"/>
            <a:ext cx="6858000" cy="658368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163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843784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Resize image to 300×300 — model input preparation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11296"/>
            <a:ext cx="6858000" cy="658368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75303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602735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EfficientNetB3 CNN  →  model.predict()  →  38-class probabilities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70248"/>
            <a:ext cx="6858000" cy="658368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34256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6168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Crop-specific filtering  +  Temperature Scaling (T = 0.2)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6858000" cy="658368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93207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1206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Output: Disease name, confidence %, treatment, prevention, top-3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1234440"/>
            <a:ext cx="4297680" cy="498348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129844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📋 Sample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1783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Disease: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1783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Wheat Rust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3774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Confidence: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377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94.2%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29718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Severity: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5661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Treatment: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66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Apply Propiconazole 25EC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1605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Prevention: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60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 resistant variety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7548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Image Quality: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754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Blur: OK | Brightness: 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53492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Top 3 Alt: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5349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Brown Spot, Blight, Healthy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Model: crop_disease_model.h5  |  38 classes  |  Pillow fallback if OpenCV unavailable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AF37"/>
                </a:solidFill>
              </a:rPr>
              <a:t>Khedut Bandhu – SAMS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Dharmsinh Desai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Slide 8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5486400" cy="484632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✅ What We Achieved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0136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Full-stack MERN + Python AI web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OTP + Google OAuth + JWT secure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6207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AI disease detection (90%+ accuracy target)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9242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Aadhaar KYC with Digio API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2277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E-Commerce with Cart, Checkout, Invoice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5312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Blockchain-based admin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79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Complaint auto-routing + email notification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13831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Multilingual UI — Gujarati, Hindi, English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234440"/>
            <a:ext cx="5486400" cy="4846320"/>
          </a:xfrm>
          <a:prstGeom prst="rect">
            <a:avLst/>
          </a:prstGeom>
          <a:solidFill>
            <a:srgbClr val="1A4A2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🚀 Future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0136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React Native mobile app for farmers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33172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Real-time IoT sensor data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6207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Live government scheme API connection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39242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SMS OTP via Twilio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2277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Drone imagery for large field scanning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45312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Crop price prediction using ML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983479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Online payment gateway (Razorpay/Stripe)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513831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Progressive Web App (PWA)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12080" y="594360"/>
            <a:ext cx="1737360" cy="1737360"/>
          </a:xfrm>
          <a:prstGeom prst="ellipse">
            <a:avLst/>
          </a:prstGeom>
          <a:solidFill>
            <a:srgbClr val="D4AF3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601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1A"/>
                </a:solidFill>
              </a:rPr>
              <a:t>DDU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46888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F37"/>
                </a:solidFill>
              </a:rPr>
              <a:t>Khedut Bandhu – Smart Agriculture Management System (SAMS)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794760"/>
            <a:ext cx="85313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Presented By: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Padaliya Princekumar R.  (IT-085)
Patel Ansh K.  (IT-091)
B.Tech IT, Semester 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Guided By: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2976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Prof. Sunil K. Vithlani
Dept. of Information Technology
Dharmsinh Desai University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5303520"/>
            <a:ext cx="85313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53949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Dharmsinh Desai University, Nadiad – 387001, Gujarat  |  April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8064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4AF37"/>
                </a:solidFill>
              </a:rPr>
              <a:t>🔗 github.com/apk3206/Khedut-Bandhu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